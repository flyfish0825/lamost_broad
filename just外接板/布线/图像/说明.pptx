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30" y="57150"/>
            <a:ext cx="7734935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0" y="301625"/>
            <a:ext cx="2028825" cy="25908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109710" y="374332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整体结构图</a:t>
            </a:r>
            <a:br>
              <a:rPr lang="zh-CN" altLang="en-US"/>
            </a:br>
            <a:r>
              <a:rPr lang="zh-CN" altLang="en-US"/>
              <a:t>长方形为外接板</a:t>
            </a:r>
            <a:endParaRPr lang="zh-CN" altLang="en-US"/>
          </a:p>
          <a:p>
            <a:r>
              <a:rPr lang="zh-CN" altLang="en-US"/>
              <a:t>正方形为主节点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675" y="502920"/>
            <a:ext cx="7476490" cy="56089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119235" y="164020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基板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05" y="0"/>
            <a:ext cx="7312025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169275" y="1301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电源布线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60" y="0"/>
            <a:ext cx="724281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789670" y="21056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can</a:t>
            </a:r>
            <a:r>
              <a:rPr lang="zh-CN" altLang="en-US"/>
              <a:t>通信线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WPS 演示</Application>
  <PresentationFormat>宽屏</PresentationFormat>
  <Paragraphs>10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会飞的鱼</cp:lastModifiedBy>
  <cp:revision>6</cp:revision>
  <dcterms:created xsi:type="dcterms:W3CDTF">2023-08-09T12:44:00Z</dcterms:created>
  <dcterms:modified xsi:type="dcterms:W3CDTF">2026-07-16T15:34:14Z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971B0EF570B646E4B6CB1EF656532C32_12</vt:lpwstr>
  </property>
</Properties>
</file>