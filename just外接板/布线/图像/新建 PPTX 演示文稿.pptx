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30" y="57150"/>
            <a:ext cx="7734935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0" y="301625"/>
            <a:ext cx="2028825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675" y="502920"/>
            <a:ext cx="7476490" cy="56089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05" y="0"/>
            <a:ext cx="73120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60" y="0"/>
            <a:ext cx="72428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会飞的鱼</cp:lastModifiedBy>
  <cp:revision>5</cp:revision>
  <dcterms:created xsi:type="dcterms:W3CDTF">2023-08-09T12:44:00Z</dcterms:created>
  <dcterms:modified xsi:type="dcterms:W3CDTF">2026-07-09T09:30:34Z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971B0EF570B646E4B6CB1EF656532C32_12</vt:lpwstr>
  </property>
</Properties>
</file>