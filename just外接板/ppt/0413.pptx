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24" r:id="rId3"/>
    <p:sldId id="325" r:id="rId4"/>
    <p:sldId id="326" r:id="rId5"/>
    <p:sldId id="327" r:id="rId6"/>
    <p:sldId id="32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A0F"/>
    <a:srgbClr val="000000"/>
    <a:srgbClr val="FFFFFF"/>
    <a:srgbClr val="985402"/>
    <a:srgbClr val="CA6F02"/>
    <a:srgbClr val="D18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85" autoAdjust="0"/>
    <p:restoredTop sz="94680" autoAdjust="0"/>
  </p:normalViewPr>
  <p:slideViewPr>
    <p:cSldViewPr snapToGrid="0">
      <p:cViewPr varScale="1">
        <p:scale>
          <a:sx n="163" d="100"/>
          <a:sy n="163" d="100"/>
        </p:scale>
        <p:origin x="7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E96E1-346F-477A-9CFD-97562368FF5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499FE-432E-4C91-A380-102EEE5AAE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 userDrawn="1"/>
        </p:nvSpPr>
        <p:spPr>
          <a:xfrm>
            <a:off x="33250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12284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4215" y="1426996"/>
            <a:ext cx="7196667" cy="1110758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单行标题</a:t>
            </a:r>
            <a:r>
              <a:rPr lang="en-US" altLang="zh-CN" dirty="0" smtClean="0"/>
              <a:t>-</a:t>
            </a:r>
            <a:r>
              <a:rPr lang="zh-CN" altLang="en-US" dirty="0" smtClean="0"/>
              <a:t>单击编辑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4216" y="2639029"/>
            <a:ext cx="7196667" cy="52650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单击编辑副标题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531610"/>
            <a:ext cx="1133862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73" name="任意多边形 72"/>
          <p:cNvSpPr/>
          <p:nvPr userDrawn="1"/>
        </p:nvSpPr>
        <p:spPr>
          <a:xfrm>
            <a:off x="0" y="1426996"/>
            <a:ext cx="997527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74" name="任意多边形 73"/>
          <p:cNvSpPr/>
          <p:nvPr userDrawn="1"/>
        </p:nvSpPr>
        <p:spPr>
          <a:xfrm>
            <a:off x="7414943" y="5505963"/>
            <a:ext cx="4777057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5" name="任意多边形 74"/>
          <p:cNvSpPr/>
          <p:nvPr userDrawn="1"/>
        </p:nvSpPr>
        <p:spPr>
          <a:xfrm>
            <a:off x="7621131" y="5393904"/>
            <a:ext cx="4570869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8369141" y="5633721"/>
            <a:ext cx="3326956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77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 userDrawn="1"/>
        </p:nvSpPr>
        <p:spPr>
          <a:xfrm>
            <a:off x="33250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121920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1531610"/>
            <a:ext cx="1133862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35" name="任意多边形 34"/>
          <p:cNvSpPr/>
          <p:nvPr userDrawn="1"/>
        </p:nvSpPr>
        <p:spPr>
          <a:xfrm>
            <a:off x="0" y="1426996"/>
            <a:ext cx="997527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任意多边形 40"/>
          <p:cNvSpPr/>
          <p:nvPr userDrawn="1"/>
        </p:nvSpPr>
        <p:spPr>
          <a:xfrm>
            <a:off x="7414943" y="5505963"/>
            <a:ext cx="4777057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39" name="任意多边形 38"/>
          <p:cNvSpPr/>
          <p:nvPr userDrawn="1"/>
        </p:nvSpPr>
        <p:spPr>
          <a:xfrm>
            <a:off x="7621131" y="5393904"/>
            <a:ext cx="4570869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426995"/>
            <a:ext cx="7196667" cy="1738535"/>
          </a:xfrm>
        </p:spPr>
        <p:txBody>
          <a:bodyPr anchor="b"/>
          <a:lstStyle>
            <a:lvl1pPr algn="l">
              <a:defRPr sz="6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多行标题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165530"/>
            <a:ext cx="7196667" cy="95773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369141" y="5633721"/>
            <a:ext cx="3326956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6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0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l="-65111" t="-46" r="65111" b="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 userDrawn="1"/>
        </p:nvSpPr>
        <p:spPr>
          <a:xfrm>
            <a:off x="3515360" y="-7017"/>
            <a:ext cx="8546252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 userDrawn="1"/>
        </p:nvSpPr>
        <p:spPr>
          <a:xfrm>
            <a:off x="3679375" y="-7017"/>
            <a:ext cx="8546252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6" name="任意多边形 75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479303"/>
            <a:ext cx="3351345" cy="1040377"/>
          </a:xfrm>
          <a:custGeom>
            <a:avLst/>
            <a:gdLst>
              <a:gd name="connsiteX0" fmla="*/ 0 w 1724201"/>
              <a:gd name="connsiteY0" fmla="*/ 0 h 1253737"/>
              <a:gd name="connsiteX1" fmla="*/ 1724201 w 1724201"/>
              <a:gd name="connsiteY1" fmla="*/ 0 h 1253737"/>
              <a:gd name="connsiteX2" fmla="*/ 1609409 w 1724201"/>
              <a:gd name="connsiteY2" fmla="*/ 1253737 h 1253737"/>
              <a:gd name="connsiteX3" fmla="*/ 0 w 1724201"/>
              <a:gd name="connsiteY3" fmla="*/ 1253737 h 1253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4201" h="1253737">
                <a:moveTo>
                  <a:pt x="0" y="0"/>
                </a:moveTo>
                <a:lnTo>
                  <a:pt x="1724201" y="0"/>
                </a:lnTo>
                <a:lnTo>
                  <a:pt x="1609409" y="1253737"/>
                </a:lnTo>
                <a:lnTo>
                  <a:pt x="0" y="1253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6" name="任意多边形 45"/>
          <p:cNvSpPr/>
          <p:nvPr userDrawn="1"/>
        </p:nvSpPr>
        <p:spPr>
          <a:xfrm>
            <a:off x="0" y="1376196"/>
            <a:ext cx="3112008" cy="1050059"/>
          </a:xfrm>
          <a:custGeom>
            <a:avLst/>
            <a:gdLst>
              <a:gd name="connsiteX0" fmla="*/ 0 w 1523014"/>
              <a:gd name="connsiteY0" fmla="*/ 0 h 1265404"/>
              <a:gd name="connsiteX1" fmla="*/ 1523014 w 1523014"/>
              <a:gd name="connsiteY1" fmla="*/ 0 h 1265404"/>
              <a:gd name="connsiteX2" fmla="*/ 1407154 w 1523014"/>
              <a:gd name="connsiteY2" fmla="*/ 1265404 h 1265404"/>
              <a:gd name="connsiteX3" fmla="*/ 0 w 1523014"/>
              <a:gd name="connsiteY3" fmla="*/ 1265404 h 126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014" h="1265404">
                <a:moveTo>
                  <a:pt x="0" y="0"/>
                </a:moveTo>
                <a:lnTo>
                  <a:pt x="1523014" y="0"/>
                </a:lnTo>
                <a:lnTo>
                  <a:pt x="1407154" y="1265404"/>
                </a:lnTo>
                <a:lnTo>
                  <a:pt x="0" y="12654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标题 1"/>
          <p:cNvSpPr>
            <a:spLocks noGrp="1"/>
          </p:cNvSpPr>
          <p:nvPr>
            <p:ph type="title" hasCustomPrompt="1"/>
          </p:nvPr>
        </p:nvSpPr>
        <p:spPr>
          <a:xfrm>
            <a:off x="1" y="1376196"/>
            <a:ext cx="2861352" cy="1050059"/>
          </a:xfrm>
        </p:spPr>
        <p:txBody>
          <a:bodyPr anchor="ctr">
            <a:normAutofit/>
          </a:bodyPr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 hasCustomPrompt="1"/>
          </p:nvPr>
        </p:nvSpPr>
        <p:spPr>
          <a:xfrm>
            <a:off x="4745168" y="1487414"/>
            <a:ext cx="6605587" cy="4343400"/>
          </a:xfrm>
        </p:spPr>
        <p:txBody>
          <a:bodyPr>
            <a:normAutofit/>
          </a:bodyPr>
          <a:lstStyle>
            <a:lvl1pPr marL="571500" indent="-571500">
              <a:lnSpc>
                <a:spcPct val="12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4000"/>
            </a:lvl1pPr>
            <a:lvl2pPr>
              <a:defRPr sz="3200"/>
            </a:lvl2pPr>
          </a:lstStyle>
          <a:p>
            <a:pPr lvl="0"/>
            <a:r>
              <a:rPr lang="zh-CN" altLang="en-US" dirty="0" smtClean="0"/>
              <a:t>编辑母版文本样式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7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l="-69930" r="6993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 userDrawn="1"/>
        </p:nvSpPr>
        <p:spPr>
          <a:xfrm>
            <a:off x="2191895" y="-7017"/>
            <a:ext cx="9869717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 userDrawn="1"/>
        </p:nvSpPr>
        <p:spPr>
          <a:xfrm>
            <a:off x="2355910" y="-7017"/>
            <a:ext cx="9869717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6" name="任意多边形 75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479303"/>
            <a:ext cx="1724201" cy="1253737"/>
          </a:xfrm>
          <a:custGeom>
            <a:avLst/>
            <a:gdLst>
              <a:gd name="connsiteX0" fmla="*/ 0 w 1724201"/>
              <a:gd name="connsiteY0" fmla="*/ 0 h 1253737"/>
              <a:gd name="connsiteX1" fmla="*/ 1724201 w 1724201"/>
              <a:gd name="connsiteY1" fmla="*/ 0 h 1253737"/>
              <a:gd name="connsiteX2" fmla="*/ 1609409 w 1724201"/>
              <a:gd name="connsiteY2" fmla="*/ 1253737 h 1253737"/>
              <a:gd name="connsiteX3" fmla="*/ 0 w 1724201"/>
              <a:gd name="connsiteY3" fmla="*/ 1253737 h 1253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4201" h="1253737">
                <a:moveTo>
                  <a:pt x="0" y="0"/>
                </a:moveTo>
                <a:lnTo>
                  <a:pt x="1724201" y="0"/>
                </a:lnTo>
                <a:lnTo>
                  <a:pt x="1609409" y="1253737"/>
                </a:lnTo>
                <a:lnTo>
                  <a:pt x="0" y="1253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6" name="任意多边形 45"/>
          <p:cNvSpPr/>
          <p:nvPr userDrawn="1"/>
        </p:nvSpPr>
        <p:spPr>
          <a:xfrm>
            <a:off x="0" y="1376196"/>
            <a:ext cx="1523014" cy="1265404"/>
          </a:xfrm>
          <a:custGeom>
            <a:avLst/>
            <a:gdLst>
              <a:gd name="connsiteX0" fmla="*/ 0 w 1523014"/>
              <a:gd name="connsiteY0" fmla="*/ 0 h 1265404"/>
              <a:gd name="connsiteX1" fmla="*/ 1523014 w 1523014"/>
              <a:gd name="connsiteY1" fmla="*/ 0 h 1265404"/>
              <a:gd name="connsiteX2" fmla="*/ 1407154 w 1523014"/>
              <a:gd name="connsiteY2" fmla="*/ 1265404 h 1265404"/>
              <a:gd name="connsiteX3" fmla="*/ 0 w 1523014"/>
              <a:gd name="connsiteY3" fmla="*/ 1265404 h 126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014" h="1265404">
                <a:moveTo>
                  <a:pt x="0" y="0"/>
                </a:moveTo>
                <a:lnTo>
                  <a:pt x="1523014" y="0"/>
                </a:lnTo>
                <a:lnTo>
                  <a:pt x="1407154" y="1265404"/>
                </a:lnTo>
                <a:lnTo>
                  <a:pt x="0" y="12654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标题 1"/>
          <p:cNvSpPr>
            <a:spLocks noGrp="1"/>
          </p:cNvSpPr>
          <p:nvPr>
            <p:ph type="title" hasCustomPrompt="1"/>
          </p:nvPr>
        </p:nvSpPr>
        <p:spPr>
          <a:xfrm>
            <a:off x="3426832" y="1206856"/>
            <a:ext cx="8281907" cy="1152806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 dirty="0" smtClean="0"/>
              <a:t>小节标题</a:t>
            </a:r>
            <a:endParaRPr lang="zh-CN" altLang="en-US" dirty="0"/>
          </a:p>
        </p:txBody>
      </p:sp>
      <p:sp>
        <p:nvSpPr>
          <p:cNvPr id="42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26832" y="2386651"/>
            <a:ext cx="8281907" cy="5137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小节副标题</a:t>
            </a:r>
            <a:endParaRPr lang="zh-CN" altLang="en-US" dirty="0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79303"/>
            <a:ext cx="1339403" cy="1049700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64459"/>
            <a:ext cx="10744200" cy="665816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599" y="1227667"/>
            <a:ext cx="10741155" cy="469899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16" name="任意多边形 15"/>
          <p:cNvSpPr/>
          <p:nvPr userDrawn="1"/>
        </p:nvSpPr>
        <p:spPr>
          <a:xfrm>
            <a:off x="0" y="316846"/>
            <a:ext cx="366713" cy="613429"/>
          </a:xfrm>
          <a:custGeom>
            <a:avLst/>
            <a:gdLst>
              <a:gd name="connsiteX0" fmla="*/ 0 w 366713"/>
              <a:gd name="connsiteY0" fmla="*/ 0 h 613429"/>
              <a:gd name="connsiteX1" fmla="*/ 366713 w 366713"/>
              <a:gd name="connsiteY1" fmla="*/ 0 h 613429"/>
              <a:gd name="connsiteX2" fmla="*/ 315070 w 366713"/>
              <a:gd name="connsiteY2" fmla="*/ 613429 h 613429"/>
              <a:gd name="connsiteX3" fmla="*/ 0 w 366713"/>
              <a:gd name="connsiteY3" fmla="*/ 613429 h 61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713" h="613429">
                <a:moveTo>
                  <a:pt x="0" y="0"/>
                </a:moveTo>
                <a:lnTo>
                  <a:pt x="366713" y="0"/>
                </a:lnTo>
                <a:lnTo>
                  <a:pt x="315070" y="613429"/>
                </a:lnTo>
                <a:lnTo>
                  <a:pt x="0" y="61342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 userDrawn="1"/>
        </p:nvSpPr>
        <p:spPr>
          <a:xfrm>
            <a:off x="0" y="264459"/>
            <a:ext cx="271463" cy="613429"/>
          </a:xfrm>
          <a:custGeom>
            <a:avLst/>
            <a:gdLst>
              <a:gd name="connsiteX0" fmla="*/ 0 w 271463"/>
              <a:gd name="connsiteY0" fmla="*/ 0 h 613429"/>
              <a:gd name="connsiteX1" fmla="*/ 271463 w 271463"/>
              <a:gd name="connsiteY1" fmla="*/ 0 h 613429"/>
              <a:gd name="connsiteX2" fmla="*/ 219820 w 271463"/>
              <a:gd name="connsiteY2" fmla="*/ 613429 h 613429"/>
              <a:gd name="connsiteX3" fmla="*/ 0 w 271463"/>
              <a:gd name="connsiteY3" fmla="*/ 613429 h 61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613429">
                <a:moveTo>
                  <a:pt x="0" y="0"/>
                </a:moveTo>
                <a:lnTo>
                  <a:pt x="271463" y="0"/>
                </a:lnTo>
                <a:lnTo>
                  <a:pt x="219820" y="613429"/>
                </a:lnTo>
                <a:lnTo>
                  <a:pt x="0" y="61342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599" y="635001"/>
            <a:ext cx="10741155" cy="5291666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3"/>
          </p:nvPr>
        </p:nvSpPr>
        <p:spPr>
          <a:xfrm>
            <a:off x="304124" y="221381"/>
            <a:ext cx="10832305" cy="5833980"/>
          </a:xfrm>
        </p:spPr>
        <p:txBody>
          <a:bodyPr anchor="t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-22652" y="385562"/>
            <a:ext cx="1984107" cy="732848"/>
          </a:xfrm>
          <a:solidFill>
            <a:schemeClr val="accent1"/>
          </a:solidFill>
          <a:effectLst>
            <a:outerShdw dist="127000" dir="2040000" algn="ctr" rotWithShape="0">
              <a:schemeClr val="accent2"/>
            </a:outerShdw>
          </a:effectLst>
        </p:spPr>
        <p:txBody>
          <a:bodyPr wrap="square" lIns="180000" tIns="180000" rIns="180000" bIns="180000">
            <a:spAutoFit/>
          </a:bodyPr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lang="zh-CN" altLang="en-US" dirty="0" smtClean="0"/>
              <a:t>图片说明</a:t>
            </a:r>
            <a:endParaRPr lang="zh-CN" altLang="en-US" dirty="0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深色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25422" y="781579"/>
            <a:ext cx="10741155" cy="52916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-3175"/>
            <a:ext cx="8574578" cy="6861175"/>
          </a:xfrm>
          <a:custGeom>
            <a:avLst/>
            <a:gdLst>
              <a:gd name="connsiteX0" fmla="*/ 63979 w 8574578"/>
              <a:gd name="connsiteY0" fmla="*/ 0 h 6861175"/>
              <a:gd name="connsiteX1" fmla="*/ 8574578 w 8574578"/>
              <a:gd name="connsiteY1" fmla="*/ 0 h 6861175"/>
              <a:gd name="connsiteX2" fmla="*/ 7852508 w 8574578"/>
              <a:gd name="connsiteY2" fmla="*/ 6861175 h 6861175"/>
              <a:gd name="connsiteX3" fmla="*/ 0 w 8574578"/>
              <a:gd name="connsiteY3" fmla="*/ 6861175 h 6861175"/>
              <a:gd name="connsiteX4" fmla="*/ 0 w 8574578"/>
              <a:gd name="connsiteY4" fmla="*/ 607935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4578" h="6861175">
                <a:moveTo>
                  <a:pt x="63979" y="0"/>
                </a:moveTo>
                <a:lnTo>
                  <a:pt x="8574578" y="0"/>
                </a:lnTo>
                <a:lnTo>
                  <a:pt x="7852508" y="6861175"/>
                </a:lnTo>
                <a:lnTo>
                  <a:pt x="0" y="6861175"/>
                </a:lnTo>
                <a:lnTo>
                  <a:pt x="0" y="60793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 userDrawn="1"/>
        </p:nvSpPr>
        <p:spPr>
          <a:xfrm>
            <a:off x="0" y="-3175"/>
            <a:ext cx="8363989" cy="6861175"/>
          </a:xfrm>
          <a:custGeom>
            <a:avLst/>
            <a:gdLst>
              <a:gd name="connsiteX0" fmla="*/ 0 w 8363989"/>
              <a:gd name="connsiteY0" fmla="*/ 0 h 6861175"/>
              <a:gd name="connsiteX1" fmla="*/ 8363989 w 8363989"/>
              <a:gd name="connsiteY1" fmla="*/ 0 h 6861175"/>
              <a:gd name="connsiteX2" fmla="*/ 7641919 w 8363989"/>
              <a:gd name="connsiteY2" fmla="*/ 6861175 h 6861175"/>
              <a:gd name="connsiteX3" fmla="*/ 0 w 8363989"/>
              <a:gd name="connsiteY3" fmla="*/ 6861175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3989" h="6861175">
                <a:moveTo>
                  <a:pt x="0" y="0"/>
                </a:moveTo>
                <a:lnTo>
                  <a:pt x="8363989" y="0"/>
                </a:lnTo>
                <a:lnTo>
                  <a:pt x="7641919" y="6861175"/>
                </a:lnTo>
                <a:lnTo>
                  <a:pt x="0" y="68611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914400" y="2066925"/>
            <a:ext cx="6688667" cy="1325563"/>
          </a:xfrm>
        </p:spPr>
        <p:txBody>
          <a:bodyPr>
            <a:normAutofit/>
          </a:bodyPr>
          <a:lstStyle>
            <a:lvl1pPr>
              <a:defRPr sz="8800" b="1"/>
            </a:lvl1pPr>
          </a:lstStyle>
          <a:p>
            <a:r>
              <a:rPr lang="zh-CN" altLang="en-US" dirty="0" smtClean="0"/>
              <a:t>结束语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4400" y="3547533"/>
            <a:ext cx="6688667" cy="1422399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9392920" y="6168231"/>
            <a:ext cx="2447720" cy="41321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4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73932" y="6055360"/>
            <a:ext cx="546947" cy="5486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b="1">
                <a:solidFill>
                  <a:schemeClr val="accent3"/>
                </a:solidFill>
                <a:latin typeface="+mn-lt"/>
              </a:defRPr>
            </a:lvl1pPr>
          </a:lstStyle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9030" y="930275"/>
            <a:ext cx="2584450" cy="51771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75" y="930275"/>
            <a:ext cx="2950845" cy="51765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190" y="930910"/>
            <a:ext cx="2479675" cy="51758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745" y="930275"/>
            <a:ext cx="2472055" cy="5176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 descr="微信图片_20260402115243_79_1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75" y="1119505"/>
            <a:ext cx="6470650" cy="4935855"/>
          </a:xfrm>
          <a:prstGeom prst="rect">
            <a:avLst/>
          </a:prstGeom>
        </p:spPr>
      </p:pic>
      <p:pic>
        <p:nvPicPr>
          <p:cNvPr id="6" name="图片 5" descr="微信图片_20260402115243_80_106"/>
          <p:cNvPicPr>
            <a:picLocks noChangeAspect="1"/>
          </p:cNvPicPr>
          <p:nvPr/>
        </p:nvPicPr>
        <p:blipFill>
          <a:blip r:embed="rId2"/>
          <a:srcRect t="41741" r="54001"/>
          <a:stretch>
            <a:fillRect/>
          </a:stretch>
        </p:blipFill>
        <p:spPr>
          <a:xfrm>
            <a:off x="7327265" y="1329055"/>
            <a:ext cx="4577080" cy="3995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 descr="示意图横置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684020"/>
            <a:ext cx="5656580" cy="3898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330" y="1684020"/>
            <a:ext cx="4735830" cy="4017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169920"/>
            <a:ext cx="4228465" cy="28854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090" y="869950"/>
            <a:ext cx="2970530" cy="24072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1274445"/>
            <a:ext cx="4525645" cy="46443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700" y="1515110"/>
            <a:ext cx="5026025" cy="4646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15110"/>
            <a:ext cx="5059045" cy="47650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16660" y="11423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电源线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28000" y="11423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信号线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teach">
      <a:dk1>
        <a:srgbClr val="11344A"/>
      </a:dk1>
      <a:lt1>
        <a:srgbClr val="E6F5FF"/>
      </a:lt1>
      <a:dk2>
        <a:srgbClr val="11344A"/>
      </a:dk2>
      <a:lt2>
        <a:srgbClr val="E6F5FF"/>
      </a:lt2>
      <a:accent1>
        <a:srgbClr val="115D8A"/>
      </a:accent1>
      <a:accent2>
        <a:srgbClr val="19B5CA"/>
      </a:accent2>
      <a:accent3>
        <a:srgbClr val="FFCA0F"/>
      </a:accent3>
      <a:accent4>
        <a:srgbClr val="D28527"/>
      </a:accent4>
      <a:accent5>
        <a:srgbClr val="CE2424"/>
      </a:accent5>
      <a:accent6>
        <a:srgbClr val="37990E"/>
      </a:accent6>
      <a:hlink>
        <a:srgbClr val="0563C1"/>
      </a:hlink>
      <a:folHlink>
        <a:srgbClr val="954F72"/>
      </a:folHlink>
    </a:clrScheme>
    <a:fontScheme name="teach">
      <a:majorFont>
        <a:latin typeface="Candara"/>
        <a:ea typeface="微软雅黑"/>
        <a:cs typeface=""/>
      </a:majorFont>
      <a:minorFont>
        <a:latin typeface="Candar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宽屏</PresentationFormat>
  <Paragraphs>25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Candara</vt:lpstr>
      <vt:lpstr>微软雅黑</vt:lpstr>
      <vt:lpstr>Arial Unicode MS</vt:lpstr>
      <vt:lpstr>等线</vt:lpstr>
      <vt:lpstr>Office 主题​​</vt:lpstr>
      <vt:lpstr>外接板</vt:lpstr>
      <vt:lpstr>外接板</vt:lpstr>
      <vt:lpstr>外接板</vt:lpstr>
      <vt:lpstr>外接板</vt:lpstr>
      <vt:lpstr>外接板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教务处PPT模板001</dc:title>
  <dc:creator>现代教育技术中心</dc:creator>
  <cp:lastModifiedBy>会飞的鱼</cp:lastModifiedBy>
  <cp:revision>115</cp:revision>
  <dcterms:created xsi:type="dcterms:W3CDTF">2026-03-21T08:27:00Z</dcterms:created>
  <dcterms:modified xsi:type="dcterms:W3CDTF">2026-04-09T04:47:26Z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C7A42626F6D54B5BA5C5EE70CE0DABD2_13</vt:lpwstr>
  </property>
  <property fmtid="{D5CDD505-2E9C-101B-9397-08002B2CF9AE}" pid="3" name="KSOProductBuildVer">
    <vt:lpwstr>2052-12.1.0.25225</vt:lpwstr>
  </property>
</Properties>
</file>