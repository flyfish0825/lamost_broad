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24" r:id="rId3"/>
    <p:sldId id="325" r:id="rId4"/>
    <p:sldId id="326" r:id="rId5"/>
    <p:sldId id="32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A0F"/>
    <a:srgbClr val="000000"/>
    <a:srgbClr val="FFFFFF"/>
    <a:srgbClr val="985402"/>
    <a:srgbClr val="CA6F02"/>
    <a:srgbClr val="D18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85" autoAdjust="0"/>
    <p:restoredTop sz="94680" autoAdjust="0"/>
  </p:normalViewPr>
  <p:slideViewPr>
    <p:cSldViewPr snapToGrid="0">
      <p:cViewPr varScale="1">
        <p:scale>
          <a:sx n="163" d="100"/>
          <a:sy n="163" d="100"/>
        </p:scale>
        <p:origin x="7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E96E1-346F-477A-9CFD-97562368F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A499FE-432E-4C91-A380-102EEE5AAE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284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444215" y="1426996"/>
            <a:ext cx="7196667" cy="1110758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单行标题</a:t>
            </a:r>
            <a:r>
              <a:rPr lang="en-US" altLang="zh-CN" dirty="0" smtClean="0"/>
              <a:t>-</a:t>
            </a:r>
            <a:r>
              <a:rPr lang="zh-CN" altLang="en-US" dirty="0" smtClean="0"/>
              <a:t>单击编辑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444216" y="2639029"/>
            <a:ext cx="7196667" cy="52650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单击编辑副标题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3" name="任意多边形 72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74" name="任意多边形 73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5" name="任意多边形 74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grpSp>
        <p:nvGrpSpPr>
          <p:cNvPr id="76" name="组合 75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77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/>
          <p:cNvSpPr/>
          <p:nvPr userDrawn="1"/>
        </p:nvSpPr>
        <p:spPr>
          <a:xfrm>
            <a:off x="332509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121920" y="-3175"/>
            <a:ext cx="9232669" cy="6861175"/>
          </a:xfrm>
          <a:prstGeom prst="parallelogram">
            <a:avLst>
              <a:gd name="adj" fmla="val 10524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1531610"/>
            <a:ext cx="1133862" cy="1633920"/>
          </a:xfrm>
          <a:custGeom>
            <a:avLst/>
            <a:gdLst>
              <a:gd name="connsiteX0" fmla="*/ 0 w 1133862"/>
              <a:gd name="connsiteY0" fmla="*/ 0 h 1633920"/>
              <a:gd name="connsiteX1" fmla="*/ 1133862 w 1133862"/>
              <a:gd name="connsiteY1" fmla="*/ 0 h 1633920"/>
              <a:gd name="connsiteX2" fmla="*/ 992802 w 1133862"/>
              <a:gd name="connsiteY2" fmla="*/ 1633920 h 1633920"/>
              <a:gd name="connsiteX3" fmla="*/ 0 w 1133862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862" h="1633920">
                <a:moveTo>
                  <a:pt x="0" y="0"/>
                </a:moveTo>
                <a:lnTo>
                  <a:pt x="1133862" y="0"/>
                </a:lnTo>
                <a:lnTo>
                  <a:pt x="992802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1426996"/>
            <a:ext cx="997527" cy="1633920"/>
          </a:xfrm>
          <a:custGeom>
            <a:avLst/>
            <a:gdLst>
              <a:gd name="connsiteX0" fmla="*/ 0 w 997527"/>
              <a:gd name="connsiteY0" fmla="*/ 0 h 1633920"/>
              <a:gd name="connsiteX1" fmla="*/ 997527 w 997527"/>
              <a:gd name="connsiteY1" fmla="*/ 0 h 1633920"/>
              <a:gd name="connsiteX2" fmla="*/ 856467 w 997527"/>
              <a:gd name="connsiteY2" fmla="*/ 1633920 h 1633920"/>
              <a:gd name="connsiteX3" fmla="*/ 0 w 997527"/>
              <a:gd name="connsiteY3" fmla="*/ 1633920 h 163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1633920">
                <a:moveTo>
                  <a:pt x="0" y="0"/>
                </a:moveTo>
                <a:lnTo>
                  <a:pt x="997527" y="0"/>
                </a:lnTo>
                <a:lnTo>
                  <a:pt x="856467" y="1633920"/>
                </a:lnTo>
                <a:lnTo>
                  <a:pt x="0" y="163392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任意多边形 40"/>
          <p:cNvSpPr/>
          <p:nvPr userDrawn="1"/>
        </p:nvSpPr>
        <p:spPr>
          <a:xfrm>
            <a:off x="7414943" y="5505963"/>
            <a:ext cx="4777057" cy="1015861"/>
          </a:xfrm>
          <a:custGeom>
            <a:avLst/>
            <a:gdLst>
              <a:gd name="connsiteX0" fmla="*/ 93012 w 4777057"/>
              <a:gd name="connsiteY0" fmla="*/ 0 h 1015861"/>
              <a:gd name="connsiteX1" fmla="*/ 4777057 w 4777057"/>
              <a:gd name="connsiteY1" fmla="*/ 0 h 1015861"/>
              <a:gd name="connsiteX2" fmla="*/ 4777057 w 4777057"/>
              <a:gd name="connsiteY2" fmla="*/ 1015861 h 1015861"/>
              <a:gd name="connsiteX3" fmla="*/ 0 w 4777057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77057" h="1015861">
                <a:moveTo>
                  <a:pt x="93012" y="0"/>
                </a:moveTo>
                <a:lnTo>
                  <a:pt x="4777057" y="0"/>
                </a:lnTo>
                <a:lnTo>
                  <a:pt x="4777057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9" name="任意多边形 38"/>
          <p:cNvSpPr/>
          <p:nvPr userDrawn="1"/>
        </p:nvSpPr>
        <p:spPr>
          <a:xfrm>
            <a:off x="7621131" y="5393904"/>
            <a:ext cx="4570869" cy="1015861"/>
          </a:xfrm>
          <a:custGeom>
            <a:avLst/>
            <a:gdLst>
              <a:gd name="connsiteX0" fmla="*/ 93012 w 4570869"/>
              <a:gd name="connsiteY0" fmla="*/ 0 h 1015861"/>
              <a:gd name="connsiteX1" fmla="*/ 4570869 w 4570869"/>
              <a:gd name="connsiteY1" fmla="*/ 0 h 1015861"/>
              <a:gd name="connsiteX2" fmla="*/ 4570869 w 4570869"/>
              <a:gd name="connsiteY2" fmla="*/ 1015861 h 1015861"/>
              <a:gd name="connsiteX3" fmla="*/ 0 w 4570869"/>
              <a:gd name="connsiteY3" fmla="*/ 1015861 h 1015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0869" h="1015861">
                <a:moveTo>
                  <a:pt x="93012" y="0"/>
                </a:moveTo>
                <a:lnTo>
                  <a:pt x="4570869" y="0"/>
                </a:lnTo>
                <a:lnTo>
                  <a:pt x="4570869" y="1015861"/>
                </a:lnTo>
                <a:lnTo>
                  <a:pt x="0" y="101586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426995"/>
            <a:ext cx="7196667" cy="1738535"/>
          </a:xfrm>
        </p:spPr>
        <p:txBody>
          <a:bodyPr anchor="b"/>
          <a:lstStyle>
            <a:lvl1pPr algn="l">
              <a:defRPr sz="6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多行标题 </a:t>
            </a:r>
            <a:r>
              <a:rPr lang="en-US" altLang="zh-CN" dirty="0" smtClean="0"/>
              <a:t>- </a:t>
            </a:r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165530"/>
            <a:ext cx="7196667" cy="95773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369141" y="5633721"/>
            <a:ext cx="3326956" cy="56164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6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8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0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5111" t="-46" r="65111" b="4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3515360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3679375" y="-7017"/>
            <a:ext cx="8546252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3351345" cy="104037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3112008" cy="1050059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1" y="1376196"/>
            <a:ext cx="2861352" cy="1050059"/>
          </a:xfrm>
        </p:spPr>
        <p:txBody>
          <a:bodyPr anchor="ctr">
            <a:normAutofit/>
          </a:bodyPr>
          <a:lstStyle>
            <a:lvl1pPr algn="r">
              <a:defRPr sz="4400" b="1">
                <a:solidFill>
                  <a:schemeClr val="accent3"/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sz="quarter" idx="13" hasCustomPrompt="1"/>
          </p:nvPr>
        </p:nvSpPr>
        <p:spPr>
          <a:xfrm>
            <a:off x="4745168" y="1487414"/>
            <a:ext cx="6605587" cy="4343400"/>
          </a:xfrm>
        </p:spPr>
        <p:txBody>
          <a:bodyPr>
            <a:normAutofit/>
          </a:bodyPr>
          <a:lstStyle>
            <a:lvl1pPr marL="571500" indent="-571500">
              <a:lnSpc>
                <a:spcPct val="120000"/>
              </a:lnSpc>
              <a:buClr>
                <a:schemeClr val="accent2"/>
              </a:buClr>
              <a:buSzPct val="75000"/>
              <a:buFont typeface="Wingdings" panose="05000000000000000000" pitchFamily="2" charset="2"/>
              <a:buChar char="n"/>
              <a:defRPr sz="4000"/>
            </a:lvl1pPr>
            <a:lvl2pPr>
              <a:defRPr sz="3200"/>
            </a:lvl2pPr>
          </a:lstStyle>
          <a:p>
            <a:pPr lvl="0"/>
            <a:r>
              <a:rPr lang="zh-CN" altLang="en-US" dirty="0" smtClean="0"/>
              <a:t>编辑母版文本样式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-多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 userDrawn="1"/>
        </p:nvSpPr>
        <p:spPr>
          <a:xfrm>
            <a:off x="0" y="-3177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 l="-69930" r="6993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 74"/>
          <p:cNvSpPr/>
          <p:nvPr userDrawn="1"/>
        </p:nvSpPr>
        <p:spPr>
          <a:xfrm>
            <a:off x="2191895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 userDrawn="1"/>
        </p:nvSpPr>
        <p:spPr>
          <a:xfrm>
            <a:off x="2355910" y="-7017"/>
            <a:ext cx="9869717" cy="6865015"/>
          </a:xfrm>
          <a:custGeom>
            <a:avLst/>
            <a:gdLst>
              <a:gd name="connsiteX0" fmla="*/ 9869717 w 9869717"/>
              <a:gd name="connsiteY0" fmla="*/ 0 h 6865015"/>
              <a:gd name="connsiteX1" fmla="*/ 9869717 w 9869717"/>
              <a:gd name="connsiteY1" fmla="*/ 6865015 h 6865015"/>
              <a:gd name="connsiteX2" fmla="*/ 0 w 9869717"/>
              <a:gd name="connsiteY2" fmla="*/ 6865015 h 6865015"/>
              <a:gd name="connsiteX3" fmla="*/ 736287 w 9869717"/>
              <a:gd name="connsiteY3" fmla="*/ 3840 h 68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69717" h="6865015">
                <a:moveTo>
                  <a:pt x="9869717" y="0"/>
                </a:moveTo>
                <a:lnTo>
                  <a:pt x="9869717" y="6865015"/>
                </a:lnTo>
                <a:lnTo>
                  <a:pt x="0" y="6865015"/>
                </a:lnTo>
                <a:lnTo>
                  <a:pt x="736287" y="384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 7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6" name="任意多边形 75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72" name="任意多边形 71"/>
          <p:cNvSpPr/>
          <p:nvPr userDrawn="1"/>
        </p:nvSpPr>
        <p:spPr>
          <a:xfrm>
            <a:off x="0" y="1479303"/>
            <a:ext cx="1724201" cy="1253737"/>
          </a:xfrm>
          <a:custGeom>
            <a:avLst/>
            <a:gdLst>
              <a:gd name="connsiteX0" fmla="*/ 0 w 1724201"/>
              <a:gd name="connsiteY0" fmla="*/ 0 h 1253737"/>
              <a:gd name="connsiteX1" fmla="*/ 1724201 w 1724201"/>
              <a:gd name="connsiteY1" fmla="*/ 0 h 1253737"/>
              <a:gd name="connsiteX2" fmla="*/ 1609409 w 1724201"/>
              <a:gd name="connsiteY2" fmla="*/ 1253737 h 1253737"/>
              <a:gd name="connsiteX3" fmla="*/ 0 w 1724201"/>
              <a:gd name="connsiteY3" fmla="*/ 1253737 h 1253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4201" h="1253737">
                <a:moveTo>
                  <a:pt x="0" y="0"/>
                </a:moveTo>
                <a:lnTo>
                  <a:pt x="1724201" y="0"/>
                </a:lnTo>
                <a:lnTo>
                  <a:pt x="1609409" y="1253737"/>
                </a:lnTo>
                <a:lnTo>
                  <a:pt x="0" y="125373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6" name="任意多边形 45"/>
          <p:cNvSpPr/>
          <p:nvPr userDrawn="1"/>
        </p:nvSpPr>
        <p:spPr>
          <a:xfrm>
            <a:off x="0" y="1376196"/>
            <a:ext cx="1523014" cy="1265404"/>
          </a:xfrm>
          <a:custGeom>
            <a:avLst/>
            <a:gdLst>
              <a:gd name="connsiteX0" fmla="*/ 0 w 1523014"/>
              <a:gd name="connsiteY0" fmla="*/ 0 h 1265404"/>
              <a:gd name="connsiteX1" fmla="*/ 1523014 w 1523014"/>
              <a:gd name="connsiteY1" fmla="*/ 0 h 1265404"/>
              <a:gd name="connsiteX2" fmla="*/ 1407154 w 1523014"/>
              <a:gd name="connsiteY2" fmla="*/ 1265404 h 1265404"/>
              <a:gd name="connsiteX3" fmla="*/ 0 w 1523014"/>
              <a:gd name="connsiteY3" fmla="*/ 1265404 h 1265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23014" h="1265404">
                <a:moveTo>
                  <a:pt x="0" y="0"/>
                </a:moveTo>
                <a:lnTo>
                  <a:pt x="1523014" y="0"/>
                </a:lnTo>
                <a:lnTo>
                  <a:pt x="1407154" y="1265404"/>
                </a:lnTo>
                <a:lnTo>
                  <a:pt x="0" y="1265404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</a:t>
            </a:r>
            <a:endParaRPr lang="zh-CN" altLang="en-US" dirty="0"/>
          </a:p>
        </p:txBody>
      </p:sp>
      <p:sp>
        <p:nvSpPr>
          <p:cNvPr id="41" name="标题 1"/>
          <p:cNvSpPr>
            <a:spLocks noGrp="1"/>
          </p:cNvSpPr>
          <p:nvPr>
            <p:ph type="title" hasCustomPrompt="1"/>
          </p:nvPr>
        </p:nvSpPr>
        <p:spPr>
          <a:xfrm>
            <a:off x="3426832" y="1206856"/>
            <a:ext cx="8281907" cy="1152806"/>
          </a:xfrm>
        </p:spPr>
        <p:txBody>
          <a:bodyPr anchor="b"/>
          <a:lstStyle>
            <a:lvl1pPr>
              <a:defRPr sz="6000" b="1"/>
            </a:lvl1pPr>
          </a:lstStyle>
          <a:p>
            <a:r>
              <a:rPr lang="zh-CN" altLang="en-US" dirty="0" smtClean="0"/>
              <a:t>小节标题</a:t>
            </a:r>
            <a:endParaRPr lang="zh-CN" altLang="en-US" dirty="0"/>
          </a:p>
        </p:txBody>
      </p:sp>
      <p:sp>
        <p:nvSpPr>
          <p:cNvPr id="42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426832" y="2386651"/>
            <a:ext cx="8281907" cy="51377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小节副标题</a:t>
            </a:r>
            <a:endParaRPr lang="zh-CN" altLang="en-US" dirty="0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79303"/>
            <a:ext cx="1339403" cy="1049700"/>
          </a:xfrm>
        </p:spPr>
        <p:txBody>
          <a:bodyPr anchor="ctr">
            <a:noAutofit/>
          </a:bodyPr>
          <a:lstStyle>
            <a:lvl1pPr marL="0" indent="0" algn="ctr">
              <a:buNone/>
              <a:defRPr sz="72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altLang="zh-CN" dirty="0" smtClean="0"/>
              <a:t>01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64459"/>
            <a:ext cx="10744200" cy="665816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1227667"/>
            <a:ext cx="10741155" cy="469899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16" name="任意多边形 15"/>
          <p:cNvSpPr/>
          <p:nvPr userDrawn="1"/>
        </p:nvSpPr>
        <p:spPr>
          <a:xfrm>
            <a:off x="0" y="316846"/>
            <a:ext cx="366713" cy="613429"/>
          </a:xfrm>
          <a:custGeom>
            <a:avLst/>
            <a:gdLst>
              <a:gd name="connsiteX0" fmla="*/ 0 w 366713"/>
              <a:gd name="connsiteY0" fmla="*/ 0 h 613429"/>
              <a:gd name="connsiteX1" fmla="*/ 366713 w 366713"/>
              <a:gd name="connsiteY1" fmla="*/ 0 h 613429"/>
              <a:gd name="connsiteX2" fmla="*/ 315070 w 366713"/>
              <a:gd name="connsiteY2" fmla="*/ 613429 h 613429"/>
              <a:gd name="connsiteX3" fmla="*/ 0 w 36671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6713" h="613429">
                <a:moveTo>
                  <a:pt x="0" y="0"/>
                </a:moveTo>
                <a:lnTo>
                  <a:pt x="366713" y="0"/>
                </a:lnTo>
                <a:lnTo>
                  <a:pt x="31507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 userDrawn="1"/>
        </p:nvSpPr>
        <p:spPr>
          <a:xfrm>
            <a:off x="0" y="264459"/>
            <a:ext cx="271463" cy="613429"/>
          </a:xfrm>
          <a:custGeom>
            <a:avLst/>
            <a:gdLst>
              <a:gd name="connsiteX0" fmla="*/ 0 w 271463"/>
              <a:gd name="connsiteY0" fmla="*/ 0 h 613429"/>
              <a:gd name="connsiteX1" fmla="*/ 271463 w 271463"/>
              <a:gd name="connsiteY1" fmla="*/ 0 h 613429"/>
              <a:gd name="connsiteX2" fmla="*/ 219820 w 271463"/>
              <a:gd name="connsiteY2" fmla="*/ 613429 h 613429"/>
              <a:gd name="connsiteX3" fmla="*/ 0 w 271463"/>
              <a:gd name="connsiteY3" fmla="*/ 613429 h 613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463" h="613429">
                <a:moveTo>
                  <a:pt x="0" y="0"/>
                </a:moveTo>
                <a:lnTo>
                  <a:pt x="271463" y="0"/>
                </a:lnTo>
                <a:lnTo>
                  <a:pt x="219820" y="613429"/>
                </a:lnTo>
                <a:lnTo>
                  <a:pt x="0" y="613429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609599" y="635001"/>
            <a:ext cx="10741155" cy="5291666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3"/>
          </p:nvPr>
        </p:nvSpPr>
        <p:spPr>
          <a:xfrm>
            <a:off x="304124" y="221381"/>
            <a:ext cx="10832305" cy="5833980"/>
          </a:xfrm>
        </p:spPr>
        <p:txBody>
          <a:bodyPr anchor="t"/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6" name="任意多边形 25"/>
          <p:cNvSpPr/>
          <p:nvPr userDrawn="1"/>
        </p:nvSpPr>
        <p:spPr>
          <a:xfrm>
            <a:off x="1" y="6477000"/>
            <a:ext cx="10559881" cy="381000"/>
          </a:xfrm>
          <a:custGeom>
            <a:avLst/>
            <a:gdLst>
              <a:gd name="connsiteX0" fmla="*/ 0 w 10559881"/>
              <a:gd name="connsiteY0" fmla="*/ 0 h 381000"/>
              <a:gd name="connsiteX1" fmla="*/ 10559881 w 10559881"/>
              <a:gd name="connsiteY1" fmla="*/ 0 h 381000"/>
              <a:gd name="connsiteX2" fmla="*/ 10519784 w 10559881"/>
              <a:gd name="connsiteY2" fmla="*/ 381000 h 381000"/>
              <a:gd name="connsiteX3" fmla="*/ 0 w 10559881"/>
              <a:gd name="connsiteY3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59881" h="381000">
                <a:moveTo>
                  <a:pt x="0" y="0"/>
                </a:moveTo>
                <a:lnTo>
                  <a:pt x="10559881" y="0"/>
                </a:lnTo>
                <a:lnTo>
                  <a:pt x="10519784" y="381000"/>
                </a:lnTo>
                <a:lnTo>
                  <a:pt x="0" y="381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 userDrawn="1"/>
        </p:nvSpPr>
        <p:spPr>
          <a:xfrm>
            <a:off x="11350755" y="6058959"/>
            <a:ext cx="874872" cy="662516"/>
          </a:xfrm>
          <a:custGeom>
            <a:avLst/>
            <a:gdLst>
              <a:gd name="connsiteX0" fmla="*/ 60660 w 874872"/>
              <a:gd name="connsiteY0" fmla="*/ 0 h 662516"/>
              <a:gd name="connsiteX1" fmla="*/ 874872 w 874872"/>
              <a:gd name="connsiteY1" fmla="*/ 0 h 662516"/>
              <a:gd name="connsiteX2" fmla="*/ 874872 w 874872"/>
              <a:gd name="connsiteY2" fmla="*/ 464985 h 662516"/>
              <a:gd name="connsiteX3" fmla="*/ 856786 w 874872"/>
              <a:gd name="connsiteY3" fmla="*/ 662516 h 662516"/>
              <a:gd name="connsiteX4" fmla="*/ 0 w 874872"/>
              <a:gd name="connsiteY4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4872" h="662516">
                <a:moveTo>
                  <a:pt x="60660" y="0"/>
                </a:moveTo>
                <a:lnTo>
                  <a:pt x="874872" y="0"/>
                </a:lnTo>
                <a:lnTo>
                  <a:pt x="874872" y="464985"/>
                </a:lnTo>
                <a:lnTo>
                  <a:pt x="856786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8" name="任意多边形 7"/>
          <p:cNvSpPr/>
          <p:nvPr userDrawn="1"/>
        </p:nvSpPr>
        <p:spPr>
          <a:xfrm>
            <a:off x="11463205" y="6010275"/>
            <a:ext cx="762423" cy="662516"/>
          </a:xfrm>
          <a:custGeom>
            <a:avLst/>
            <a:gdLst>
              <a:gd name="connsiteX0" fmla="*/ 60660 w 762423"/>
              <a:gd name="connsiteY0" fmla="*/ 0 h 662516"/>
              <a:gd name="connsiteX1" fmla="*/ 762423 w 762423"/>
              <a:gd name="connsiteY1" fmla="*/ 0 h 662516"/>
              <a:gd name="connsiteX2" fmla="*/ 762423 w 762423"/>
              <a:gd name="connsiteY2" fmla="*/ 662516 h 662516"/>
              <a:gd name="connsiteX3" fmla="*/ 0 w 762423"/>
              <a:gd name="connsiteY3" fmla="*/ 662516 h 66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2423" h="662516">
                <a:moveTo>
                  <a:pt x="60660" y="0"/>
                </a:moveTo>
                <a:lnTo>
                  <a:pt x="762423" y="0"/>
                </a:lnTo>
                <a:lnTo>
                  <a:pt x="762423" y="662516"/>
                </a:lnTo>
                <a:lnTo>
                  <a:pt x="0" y="66251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          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任意多边形 21"/>
          <p:cNvSpPr/>
          <p:nvPr userDrawn="1"/>
        </p:nvSpPr>
        <p:spPr>
          <a:xfrm>
            <a:off x="0" y="6336063"/>
            <a:ext cx="10388896" cy="521937"/>
          </a:xfrm>
          <a:custGeom>
            <a:avLst/>
            <a:gdLst>
              <a:gd name="connsiteX0" fmla="*/ 0 w 10388896"/>
              <a:gd name="connsiteY0" fmla="*/ 0 h 521937"/>
              <a:gd name="connsiteX1" fmla="*/ 10388896 w 10388896"/>
              <a:gd name="connsiteY1" fmla="*/ 0 h 521937"/>
              <a:gd name="connsiteX2" fmla="*/ 10333967 w 10388896"/>
              <a:gd name="connsiteY2" fmla="*/ 521937 h 521937"/>
              <a:gd name="connsiteX3" fmla="*/ 0 w 10388896"/>
              <a:gd name="connsiteY3" fmla="*/ 521937 h 521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8896" h="521937">
                <a:moveTo>
                  <a:pt x="0" y="0"/>
                </a:moveTo>
                <a:lnTo>
                  <a:pt x="10388896" y="0"/>
                </a:lnTo>
                <a:lnTo>
                  <a:pt x="10333967" y="521937"/>
                </a:lnTo>
                <a:lnTo>
                  <a:pt x="0" y="5219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 hasCustomPrompt="1"/>
          </p:nvPr>
        </p:nvSpPr>
        <p:spPr>
          <a:xfrm>
            <a:off x="-22652" y="385562"/>
            <a:ext cx="1984107" cy="732848"/>
          </a:xfrm>
          <a:solidFill>
            <a:schemeClr val="accent1"/>
          </a:solidFill>
          <a:effectLst>
            <a:outerShdw dist="127000" dir="2040000" algn="ctr" rotWithShape="0">
              <a:schemeClr val="accent2"/>
            </a:outerShdw>
          </a:effectLst>
        </p:spPr>
        <p:txBody>
          <a:bodyPr wrap="square" lIns="180000" tIns="180000" rIns="180000" bIns="180000">
            <a:spAutoFit/>
          </a:bodyPr>
          <a:lstStyle>
            <a:lvl1pPr marL="0" indent="0" algn="r">
              <a:lnSpc>
                <a:spcPct val="100000"/>
              </a:lnSpc>
              <a:buNone/>
              <a:defRPr sz="2400">
                <a:solidFill>
                  <a:schemeClr val="bg2"/>
                </a:solidFill>
                <a:effectLst/>
              </a:defRPr>
            </a:lvl1pPr>
          </a:lstStyle>
          <a:p>
            <a:pPr lvl="0"/>
            <a:r>
              <a:rPr lang="zh-CN" altLang="en-US" dirty="0" smtClean="0"/>
              <a:t>图片说明</a:t>
            </a:r>
            <a:endParaRPr lang="zh-CN" altLang="en-US" dirty="0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183356" y="6466052"/>
            <a:ext cx="1663478" cy="280823"/>
            <a:chOff x="8729742" y="4570696"/>
            <a:chExt cx="2830517" cy="477836"/>
          </a:xfrm>
          <a:solidFill>
            <a:schemeClr val="accent4"/>
          </a:solidFill>
        </p:grpSpPr>
        <p:sp>
          <p:nvSpPr>
            <p:cNvPr id="51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-深色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725422" y="781579"/>
            <a:ext cx="10741155" cy="52916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-3175"/>
            <a:ext cx="12192000" cy="6861175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 userDrawn="1"/>
        </p:nvSpPr>
        <p:spPr>
          <a:xfrm>
            <a:off x="0" y="-3175"/>
            <a:ext cx="8574578" cy="6861175"/>
          </a:xfrm>
          <a:custGeom>
            <a:avLst/>
            <a:gdLst>
              <a:gd name="connsiteX0" fmla="*/ 63979 w 8574578"/>
              <a:gd name="connsiteY0" fmla="*/ 0 h 6861175"/>
              <a:gd name="connsiteX1" fmla="*/ 8574578 w 8574578"/>
              <a:gd name="connsiteY1" fmla="*/ 0 h 6861175"/>
              <a:gd name="connsiteX2" fmla="*/ 7852508 w 8574578"/>
              <a:gd name="connsiteY2" fmla="*/ 6861175 h 6861175"/>
              <a:gd name="connsiteX3" fmla="*/ 0 w 8574578"/>
              <a:gd name="connsiteY3" fmla="*/ 6861175 h 6861175"/>
              <a:gd name="connsiteX4" fmla="*/ 0 w 8574578"/>
              <a:gd name="connsiteY4" fmla="*/ 60793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4578" h="6861175">
                <a:moveTo>
                  <a:pt x="63979" y="0"/>
                </a:moveTo>
                <a:lnTo>
                  <a:pt x="8574578" y="0"/>
                </a:lnTo>
                <a:lnTo>
                  <a:pt x="7852508" y="6861175"/>
                </a:lnTo>
                <a:lnTo>
                  <a:pt x="0" y="6861175"/>
                </a:lnTo>
                <a:lnTo>
                  <a:pt x="0" y="60793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 userDrawn="1"/>
        </p:nvSpPr>
        <p:spPr>
          <a:xfrm>
            <a:off x="0" y="-3175"/>
            <a:ext cx="8363989" cy="6861175"/>
          </a:xfrm>
          <a:custGeom>
            <a:avLst/>
            <a:gdLst>
              <a:gd name="connsiteX0" fmla="*/ 0 w 8363989"/>
              <a:gd name="connsiteY0" fmla="*/ 0 h 6861175"/>
              <a:gd name="connsiteX1" fmla="*/ 8363989 w 8363989"/>
              <a:gd name="connsiteY1" fmla="*/ 0 h 6861175"/>
              <a:gd name="connsiteX2" fmla="*/ 7641919 w 8363989"/>
              <a:gd name="connsiteY2" fmla="*/ 6861175 h 6861175"/>
              <a:gd name="connsiteX3" fmla="*/ 0 w 8363989"/>
              <a:gd name="connsiteY3" fmla="*/ 6861175 h 6861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3989" h="6861175">
                <a:moveTo>
                  <a:pt x="0" y="0"/>
                </a:moveTo>
                <a:lnTo>
                  <a:pt x="8363989" y="0"/>
                </a:lnTo>
                <a:lnTo>
                  <a:pt x="7641919" y="6861175"/>
                </a:lnTo>
                <a:lnTo>
                  <a:pt x="0" y="686117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914400" y="2066925"/>
            <a:ext cx="6688667" cy="1325563"/>
          </a:xfrm>
        </p:spPr>
        <p:txBody>
          <a:bodyPr>
            <a:normAutofit/>
          </a:bodyPr>
          <a:lstStyle>
            <a:lvl1pPr>
              <a:defRPr sz="8800" b="1"/>
            </a:lvl1pPr>
          </a:lstStyle>
          <a:p>
            <a:r>
              <a:rPr lang="zh-CN" altLang="en-US" dirty="0" smtClean="0"/>
              <a:t>结束语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914400" y="3547533"/>
            <a:ext cx="6688667" cy="1422399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单击以编辑副标题</a:t>
            </a:r>
            <a:endParaRPr lang="zh-CN" altLang="en-US" dirty="0"/>
          </a:p>
        </p:txBody>
      </p:sp>
      <p:grpSp>
        <p:nvGrpSpPr>
          <p:cNvPr id="33" name="组合 32"/>
          <p:cNvGrpSpPr/>
          <p:nvPr userDrawn="1"/>
        </p:nvGrpSpPr>
        <p:grpSpPr>
          <a:xfrm>
            <a:off x="9392920" y="6168231"/>
            <a:ext cx="2447720" cy="413216"/>
            <a:chOff x="8729742" y="4570696"/>
            <a:chExt cx="2830517" cy="477836"/>
          </a:xfrm>
          <a:solidFill>
            <a:schemeClr val="bg2">
              <a:alpha val="50000"/>
            </a:schemeClr>
          </a:solidFill>
        </p:grpSpPr>
        <p:sp>
          <p:nvSpPr>
            <p:cNvPr id="34" name="Freeform 34"/>
            <p:cNvSpPr>
              <a:spLocks noEditPoints="1"/>
            </p:cNvSpPr>
            <p:nvPr userDrawn="1"/>
          </p:nvSpPr>
          <p:spPr bwMode="auto">
            <a:xfrm>
              <a:off x="9304417" y="4945345"/>
              <a:ext cx="1363665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6" name="Freeform 35"/>
            <p:cNvSpPr>
              <a:spLocks noEditPoints="1"/>
            </p:cNvSpPr>
            <p:nvPr userDrawn="1"/>
          </p:nvSpPr>
          <p:spPr bwMode="auto">
            <a:xfrm>
              <a:off x="10679194" y="4943758"/>
              <a:ext cx="873127" cy="103187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9" name="Freeform 36"/>
            <p:cNvSpPr>
              <a:spLocks noEditPoints="1"/>
            </p:cNvSpPr>
            <p:nvPr userDrawn="1"/>
          </p:nvSpPr>
          <p:spPr bwMode="auto">
            <a:xfrm>
              <a:off x="9304417" y="4596096"/>
              <a:ext cx="2255842" cy="300036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0" name="Freeform 37"/>
            <p:cNvSpPr>
              <a:spLocks noEditPoints="1"/>
            </p:cNvSpPr>
            <p:nvPr userDrawn="1"/>
          </p:nvSpPr>
          <p:spPr bwMode="auto">
            <a:xfrm>
              <a:off x="8798004" y="4643720"/>
              <a:ext cx="334964" cy="325436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1" name="Freeform 38"/>
            <p:cNvSpPr>
              <a:spLocks noEditPoints="1"/>
            </p:cNvSpPr>
            <p:nvPr userDrawn="1"/>
          </p:nvSpPr>
          <p:spPr bwMode="auto">
            <a:xfrm>
              <a:off x="8872617" y="4775483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2" name="Freeform 39"/>
            <p:cNvSpPr>
              <a:spLocks noEditPoints="1"/>
            </p:cNvSpPr>
            <p:nvPr userDrawn="1"/>
          </p:nvSpPr>
          <p:spPr bwMode="auto">
            <a:xfrm>
              <a:off x="8729742" y="4570696"/>
              <a:ext cx="474664" cy="477836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3" name="Freeform 40"/>
            <p:cNvSpPr>
              <a:spLocks noEditPoints="1"/>
            </p:cNvSpPr>
            <p:nvPr userDrawn="1"/>
          </p:nvSpPr>
          <p:spPr bwMode="auto">
            <a:xfrm>
              <a:off x="8763079" y="4810405"/>
              <a:ext cx="407989" cy="204787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4" name="Freeform 41"/>
            <p:cNvSpPr/>
            <p:nvPr userDrawn="1"/>
          </p:nvSpPr>
          <p:spPr bwMode="auto">
            <a:xfrm>
              <a:off x="8913891" y="4711981"/>
              <a:ext cx="161925" cy="150812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5" name="Freeform 42"/>
            <p:cNvSpPr/>
            <p:nvPr userDrawn="1"/>
          </p:nvSpPr>
          <p:spPr bwMode="auto">
            <a:xfrm>
              <a:off x="8942467" y="4694517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6" name="Freeform 43"/>
            <p:cNvSpPr/>
            <p:nvPr userDrawn="1"/>
          </p:nvSpPr>
          <p:spPr bwMode="auto">
            <a:xfrm>
              <a:off x="8867855" y="4856442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7" name="Freeform 44"/>
            <p:cNvSpPr>
              <a:spLocks noEditPoints="1"/>
            </p:cNvSpPr>
            <p:nvPr userDrawn="1"/>
          </p:nvSpPr>
          <p:spPr bwMode="auto">
            <a:xfrm>
              <a:off x="8840867" y="4681823"/>
              <a:ext cx="252414" cy="257174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8" name="Freeform 45"/>
            <p:cNvSpPr>
              <a:spLocks noEditPoints="1"/>
            </p:cNvSpPr>
            <p:nvPr userDrawn="1"/>
          </p:nvSpPr>
          <p:spPr bwMode="auto">
            <a:xfrm>
              <a:off x="9091692" y="4667536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49" name="Freeform 46"/>
            <p:cNvSpPr>
              <a:spLocks noEditPoints="1"/>
            </p:cNvSpPr>
            <p:nvPr userDrawn="1"/>
          </p:nvSpPr>
          <p:spPr bwMode="auto">
            <a:xfrm>
              <a:off x="9120267" y="4715161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0" name="Freeform 47"/>
            <p:cNvSpPr>
              <a:spLocks noEditPoints="1"/>
            </p:cNvSpPr>
            <p:nvPr userDrawn="1"/>
          </p:nvSpPr>
          <p:spPr bwMode="auto">
            <a:xfrm>
              <a:off x="9037717" y="4621498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48"/>
            <p:cNvSpPr>
              <a:spLocks noEditPoints="1"/>
            </p:cNvSpPr>
            <p:nvPr userDrawn="1"/>
          </p:nvSpPr>
          <p:spPr bwMode="auto">
            <a:xfrm>
              <a:off x="8913891" y="4588168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49"/>
            <p:cNvSpPr>
              <a:spLocks noEditPoints="1"/>
            </p:cNvSpPr>
            <p:nvPr userDrawn="1"/>
          </p:nvSpPr>
          <p:spPr bwMode="auto">
            <a:xfrm>
              <a:off x="8971042" y="4589759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50"/>
            <p:cNvSpPr>
              <a:spLocks noEditPoints="1"/>
            </p:cNvSpPr>
            <p:nvPr userDrawn="1"/>
          </p:nvSpPr>
          <p:spPr bwMode="auto">
            <a:xfrm>
              <a:off x="8756730" y="4715171"/>
              <a:ext cx="52389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51"/>
            <p:cNvSpPr>
              <a:spLocks noEditPoints="1"/>
            </p:cNvSpPr>
            <p:nvPr userDrawn="1"/>
          </p:nvSpPr>
          <p:spPr bwMode="auto">
            <a:xfrm>
              <a:off x="8791655" y="4653259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52"/>
            <p:cNvSpPr>
              <a:spLocks noEditPoints="1"/>
            </p:cNvSpPr>
            <p:nvPr userDrawn="1"/>
          </p:nvSpPr>
          <p:spPr bwMode="auto">
            <a:xfrm>
              <a:off x="8847216" y="4611977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573932" y="6055360"/>
            <a:ext cx="546947" cy="5486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b="1">
                <a:solidFill>
                  <a:schemeClr val="accent3"/>
                </a:solidFill>
                <a:latin typeface="+mn-lt"/>
              </a:defRPr>
            </a:lvl1pPr>
          </a:lstStyle>
          <a:p>
            <a:fld id="{27C45CD9-0508-4D1E-923D-4DFDAA610D19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588" b="3380"/>
          <a:stretch>
            <a:fillRect/>
          </a:stretch>
        </p:blipFill>
        <p:spPr>
          <a:xfrm>
            <a:off x="5693410" y="586105"/>
            <a:ext cx="5311140" cy="58832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59130" y="212407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板子的</a:t>
            </a:r>
            <a:r>
              <a:rPr lang="en-US" altLang="zh-CN"/>
              <a:t>typec</a:t>
            </a:r>
            <a:r>
              <a:rPr lang="zh-CN" altLang="en-US"/>
              <a:t>接口间距扩大了两倍现在是</a:t>
            </a:r>
            <a:r>
              <a:rPr lang="en-US" altLang="zh-CN"/>
              <a:t>25mm</a:t>
            </a:r>
            <a:r>
              <a:rPr lang="zh-CN" altLang="en-US"/>
              <a:t>。板子的大小适合扩大了一部分。宽度是</a:t>
            </a:r>
            <a:r>
              <a:rPr lang="en-US" altLang="zh-CN"/>
              <a:t>80mm</a:t>
            </a:r>
            <a:r>
              <a:rPr lang="zh-CN" altLang="en-US"/>
              <a:t>，长度是</a:t>
            </a:r>
            <a:r>
              <a:rPr lang="en-US" altLang="zh-CN"/>
              <a:t>220mm</a:t>
            </a:r>
            <a:r>
              <a:rPr lang="zh-CN" altLang="en-US"/>
              <a:t>。其他功能保持不变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 descr="微信图片_20260402115243_79_1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475" y="1119505"/>
            <a:ext cx="6470650" cy="4935855"/>
          </a:xfrm>
          <a:prstGeom prst="rect">
            <a:avLst/>
          </a:prstGeom>
        </p:spPr>
      </p:pic>
      <p:pic>
        <p:nvPicPr>
          <p:cNvPr id="6" name="图片 5" descr="微信图片_20260402115243_80_106"/>
          <p:cNvPicPr>
            <a:picLocks noChangeAspect="1"/>
          </p:cNvPicPr>
          <p:nvPr/>
        </p:nvPicPr>
        <p:blipFill>
          <a:blip r:embed="rId2"/>
          <a:srcRect t="41741" r="54001"/>
          <a:stretch>
            <a:fillRect/>
          </a:stretch>
        </p:blipFill>
        <p:spPr>
          <a:xfrm>
            <a:off x="7327265" y="1329055"/>
            <a:ext cx="4577080" cy="39954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示意图"/>
          <p:cNvPicPr>
            <a:picLocks noChangeAspect="1"/>
          </p:cNvPicPr>
          <p:nvPr/>
        </p:nvPicPr>
        <p:blipFill>
          <a:blip r:embed="rId1"/>
          <a:srcRect l="14700" t="1506" r="10251"/>
          <a:stretch>
            <a:fillRect/>
          </a:stretch>
        </p:blipFill>
        <p:spPr>
          <a:xfrm>
            <a:off x="794385" y="1102995"/>
            <a:ext cx="5281295" cy="4777105"/>
          </a:xfrm>
          <a:prstGeom prst="rect">
            <a:avLst/>
          </a:prstGeom>
        </p:spPr>
      </p:pic>
      <p:pic>
        <p:nvPicPr>
          <p:cNvPr id="7" name="图片 6" descr="示意图2"/>
          <p:cNvPicPr>
            <a:picLocks noChangeAspect="1"/>
          </p:cNvPicPr>
          <p:nvPr/>
        </p:nvPicPr>
        <p:blipFill>
          <a:blip r:embed="rId2"/>
          <a:srcRect l="12802" t="611" r="8883"/>
          <a:stretch>
            <a:fillRect/>
          </a:stretch>
        </p:blipFill>
        <p:spPr>
          <a:xfrm>
            <a:off x="6276975" y="1103630"/>
            <a:ext cx="5463540" cy="47790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外接板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27C45CD9-0508-4D1E-923D-4DFDAA610D19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81125"/>
            <a:ext cx="4945380" cy="43237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630" y="1309370"/>
            <a:ext cx="4512310" cy="44672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teach">
      <a:dk1>
        <a:srgbClr val="11344A"/>
      </a:dk1>
      <a:lt1>
        <a:srgbClr val="E6F5FF"/>
      </a:lt1>
      <a:dk2>
        <a:srgbClr val="11344A"/>
      </a:dk2>
      <a:lt2>
        <a:srgbClr val="E6F5FF"/>
      </a:lt2>
      <a:accent1>
        <a:srgbClr val="115D8A"/>
      </a:accent1>
      <a:accent2>
        <a:srgbClr val="19B5CA"/>
      </a:accent2>
      <a:accent3>
        <a:srgbClr val="FFCA0F"/>
      </a:accent3>
      <a:accent4>
        <a:srgbClr val="D28527"/>
      </a:accent4>
      <a:accent5>
        <a:srgbClr val="CE2424"/>
      </a:accent5>
      <a:accent6>
        <a:srgbClr val="37990E"/>
      </a:accent6>
      <a:hlink>
        <a:srgbClr val="0563C1"/>
      </a:hlink>
      <a:folHlink>
        <a:srgbClr val="954F72"/>
      </a:folHlink>
    </a:clrScheme>
    <a:fontScheme name="teach">
      <a:majorFont>
        <a:latin typeface="Candara"/>
        <a:ea typeface="微软雅黑"/>
        <a:cs typeface=""/>
      </a:majorFont>
      <a:minorFont>
        <a:latin typeface="Candara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WPS 演示</Application>
  <PresentationFormat>宽屏</PresentationFormat>
  <Paragraphs>18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Arial</vt:lpstr>
      <vt:lpstr>微软雅黑</vt:lpstr>
      <vt:lpstr>DejaVu Math TeX Gyre</vt:lpstr>
      <vt:lpstr>Candara</vt:lpstr>
      <vt:lpstr>Arial Unicode MS</vt:lpstr>
      <vt:lpstr>等线</vt:lpstr>
      <vt:lpstr>Office 主题​​</vt:lpstr>
      <vt:lpstr>外接板</vt:lpstr>
      <vt:lpstr>外接板</vt:lpstr>
      <vt:lpstr>外接板</vt:lpstr>
      <vt:lpstr>外接板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教务处PPT模板001</dc:title>
  <dc:creator>现代教育技术中心</dc:creator>
  <cp:lastModifiedBy>会飞的鱼</cp:lastModifiedBy>
  <cp:revision>114</cp:revision>
  <dcterms:created xsi:type="dcterms:W3CDTF">2026-03-21T08:27:00Z</dcterms:created>
  <dcterms:modified xsi:type="dcterms:W3CDTF">2026-04-02T05:09:52Z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C7A42626F6D54B5BA5C5EE70CE0DABD2_13</vt:lpwstr>
  </property>
  <property fmtid="{D5CDD505-2E9C-101B-9397-08002B2CF9AE}" pid="3" name="KSOProductBuildVer">
    <vt:lpwstr>2052-12.1.0.25225</vt:lpwstr>
  </property>
</Properties>
</file>